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大家好，今天我想分享的案例是关于我如何利用AI，特别是Codex，通过一种我称之为“vibe coding”的方式，将一个想法变成一个实际可用的应用。这不仅仅是一次技术展示，更是一次关于人机协作新模式的深度复盘。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想先抛出这次项目的核心结论。我们最终做出了一个可用的归因分析工具，但这并非最重要的成果。更有价值的是，我们探索出了一套清晰、可复用的人机协作模式，这套模式大大降低了将想法转化为产品的门槛，这对于任何希望利用AI提升效率的人来说，都具有借鉴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那么，我们为什么要做这个应用呢？它源于一个非常真实且高频的业务痛点：我们需要从海量的用户会话中，人工分析出他们不购买的原因，这个过程繁琐且重复。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我们的目标很明确，不是用AI替代人的判断，而是将这个机械的流程工具化，让分析师能更专注于核心的业务洞察。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次成功之前，我们其实失败过一次。问题不在于AI的能力，而在于我们自己没有想清楚产品的结构和流程边界。AI只是一个执行者，它无法填补我们在产品设计上的空白。这次失败的经验反而成了宝贵的财富，让我们意识到，在开始编码之前，必须先把产品的结构和流程想清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这次我们选择了Codex，原因很简单：我们需要的不是一个简单的代码生成器，而是一个能和我们一起讨论、一起推进、一起解决问题的协作者。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Codex不仅仅是写代码，它参与了从需求分析到最终调试的整个过程。我们的协作模式是“先讨论，后编码”，确保方向正确。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这对于我们这种非技术背景的人来说至关重要，它帮助我们把模糊的想法一步步变成清晰的方案，是一个高执行力的好搭档。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次协作中，人机分工非常清晰。我负责所有需要判断力的环节：定义目标、判断流程、决定优先级、验收最终结果。而Codex则负责所有执行层面的工作：搭建框架、编写代码、调试修复。这种“人主导方向，AI放大执行”的模式，是我们成功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开发过程并非一蹴而就，而是遵循了清晰的阶段划分。从定义产品结构，到搭建基础框架，再到逐步实现核心功能，最后完善体验和文档。每一个阶段都是一个小闭环，确保我们每一步都有明确的目标和可验证的成果，这让整个开发过程变得可控且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关键决策是，我们决定先做一个“分析工作台”，而不是直接做一个全自动的黑盒工具。这个决策至关重要，因为在项目初期，很多规则和策略都在探索中，一个透明的、可检查的工作台能让我们快速发现问题、定位问题并修正问题，大大降低了试错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关键决策是，在写代码之前，我们花了大量时间定义清楚产品中的核心对象，比如任务、批次、对话、类别表等。事实证明，这一步为后续的开发扫清了大量障碍。很多看似复杂的技术问题，根源都在于产品对象的定义模糊。把对象讲清楚，系统自然就稳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关键决策，是将抽象的业务需求，转化为一条清晰、可执行的技术链路。从数据导入到最终导出，我们把整个流程拆解成六个明确的步骤。这种清晰的链路设计，让我们和Codex的协作目标非常明确，每完成一步，就离最终目标更近一步，整个开发过程有条不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高光时刻，是Codex迅速将我们的产品讨论转化为一个可运行的工作台雏形。这让我们第一次从抽象的讨论，进入到可以实际操作和判断的阶段。这种快速的正向反馈，极大地增强了我们的信心，也让后续的开发方向更加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高光时刻，是我们按照计划，一步步接通了主链路的各个环节。从原因提取到聚类，再到分类和处理“其他”，每完成一个里程碑，产品就向前迈进一步。这个过程让我们深刻体会到，AI协作的优势在于它能极大地加速执行过程，让我们能快速看到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高光时刻，体现在问题的快速修正上。没有任何产品是完美的，我们遇到了各种bug和体验问题，但只要我们能清晰地描述问题，Codex就能快速给出解决方案。这种高效的修正能力，让我们的产品能快速从“能跑”迭代到“能用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过程中也有“翻车”的时候。第一个教训是，功能逻辑存在，不代表用户体验就好。我们发现，很多时候功能已经实现了，但因为缺乏状态反馈，用户根本不知道操作是否成功。这提醒我们，产品体验的细节同样重要，AI能帮我们实现功能，但体验的打磨需要我们自己来把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翻车点，出在统计口径的一致性上。我们发现，同一个数据在不同页面显示的数量竟然不一样，这不是技术bug，而是我们在定义需求时没有统一统计口径。这说明，在复杂的产品中，细节的一致性至关重要，而这种全局视角的把控，仍然需要人来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整个过程中，我们的Prompt也在不断进化。从最初模糊的“帮我做个工具”，到后来越来越结构化的“任务书”。我们发现，一个好的Prompt不在于长度，而在于是否清晰地定义了目标、边界和交付格式。这是与AI高效协作的关键技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总结一下，哪些任务适合交给Codex，哪些必须由人来主导？简单来说，所有结构化的、执行性的工作，比如搭建框架、写代码、调试，都适合交给Codex。而所有需要判断力的决策，比如产品方向、流程设计、体验验收，都必须由人来掌控。明确分工，才能最大化协作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最终，我们交付的产品和最初的设想有所不同。我们没有做一个一键出结果的黑盒，而是打造了一个更实用、更可控的分析工作台。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这个结果证明，在项目初期，追求稳定和可追溯性比追求自动化更重要。我们打通了从任务管理到最终导出的全流程，并确保每一步都有日志记录。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最终的成品，往往是被真实问题一步步塑造出来的。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最后，我们沉淀出了一套可复用的SOP。总结起来就是：从自己的痛点出发，边做边明确结构，先做透明的工作台，分阶段推进，持续关注体验细节。核心就是，先由人把问题结构化，再让AI去高效执行。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给第一次尝试用AI做项目的朋友三句话：第一，不要等到万事俱备才开始，先行动起来，在过程中不断完善。第二，想清楚产品的结构和流程，比什么都重要。第三，AI已经大大降低了技术门槛，你不需要先成为工程师，而是要成为一个能清晰定义问题的人。这就是我今天想分享的全部内容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svg" Type="http://schemas.openxmlformats.org/officeDocument/2006/relationships/image"/><Relationship Id="rId11" Target="../notesSlides/notesSlide3.xml" Type="http://schemas.openxmlformats.org/officeDocument/2006/relationships/notesSlid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notesSlides/notesSlide9.xml" Type="http://schemas.openxmlformats.org/officeDocument/2006/relationships/notesSlide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notesSlides/notesSlide10.xml" Type="http://schemas.openxmlformats.org/officeDocument/2006/relationships/notesSlide"/><Relationship Id="rId2" Target="../media/image57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68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3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82.png" Type="http://schemas.openxmlformats.org/officeDocument/2006/relationships/image"/><Relationship Id="rId6" Target="../media/image83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5.xml" Type="http://schemas.openxmlformats.org/officeDocument/2006/relationships/notesSlid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6.png" Type="http://schemas.openxmlformats.org/officeDocument/2006/relationships/image"/><Relationship Id="rId5" Target="../media/image87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svg" Type="http://schemas.openxmlformats.org/officeDocument/2006/relationships/image"/><Relationship Id="rId11" Target="../notesSlides/notesSlide16.xml" Type="http://schemas.openxmlformats.org/officeDocument/2006/relationships/notesSlide"/><Relationship Id="rId2" Target="../media/image16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1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30.jpeg" Type="http://schemas.openxmlformats.org/officeDocument/2006/relationships/image"/><Relationship Id="rId3" Target="../media/image94.png" Type="http://schemas.openxmlformats.org/officeDocument/2006/relationships/image"/><Relationship Id="rId4" Target="../media/image95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9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notesSlides/notesSlide19.xml" Type="http://schemas.openxmlformats.org/officeDocument/2006/relationships/notesSlide"/><Relationship Id="rId2" Target="../media/image39.jpeg" Type="http://schemas.openxmlformats.org/officeDocument/2006/relationships/image"/><Relationship Id="rId3" Target="../media/image102.png" Type="http://schemas.openxmlformats.org/officeDocument/2006/relationships/image"/><Relationship Id="rId4" Target="../media/image103.svg" Type="http://schemas.openxmlformats.org/officeDocument/2006/relationships/image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8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jpe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1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381000" y="2159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 CASE STUDY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5588040" y="31051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333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365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我如何和 Codex 一起，通过 vibe coding 做出一个应用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646464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ASSISTED DEVELOPMENT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一句话结论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1143000"/>
          </a:xfrm>
          <a:prstGeom prst="roundRect">
            <a:avLst>
              <a:gd name="adj" fmla="val 11111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841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b="fals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这次最大的产出，不是一个应用，而是一套可以复用的人机协作方式。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3149600"/>
            <a:ext cx="9601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表层结果：归因分析工作台落地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74800" y="3606800"/>
            <a:ext cx="960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主链路覆盖导入、提取、聚类、分类、处理其他、导出；完善了日志、配置、状态反馈及交互修整功能。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74800" y="4546600"/>
            <a:ext cx="9601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深层结果：人机协作模式的重构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74800" y="5003800"/>
            <a:ext cx="9601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建立“人判断+Codex执行”的边界；形成可复用的SOP和Prompt组织方式；证明零代码背景也能推进产品落地，真正降低了从想法到产品的门槛。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为什么做这个应用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81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项目初衷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241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解决一个真实的高频工作，而非单纯“试试AI”。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981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业务场景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2000" y="241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从大量会话里提炼不购买原因、归因类别、汇总结论。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632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现实痛点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4064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步骤多、重复度高、机械劳动重，但仍需要业务判断。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3632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产品目标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12000" y="4064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不是替代判断，而是让流程结构化、结果可复用、类别表可积累。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58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用技术手段解决高频低效问题，释放业务人员核心价值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前一次为什么失败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77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失败原因：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流程边界不清，产品结构没定，系统没有闭环。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第一次尝试：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用opencode做过一轮，但没有把“工具到底该怎么工作”说清楚，导致无法形成一个能跑通的产品。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81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第二次重来：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基于失败成果重写PRD，先收口流程、对象、状态和导出，再开始coding。失败经验反而变成了第二次的起点资产。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95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核心教训：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AI会放大执行力，但不会替你补上缺失的产品结构。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为什么这次选择 CODEX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176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54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核心需求：寻找协作者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2286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我们需要的不是代码生成器，而是一个能持续推进事情、共同解决问题的搭档。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858000" y="1854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协作方式：先讨论后编码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0" y="2286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围绕PRD、产品边界、对象设计和实现路径充分讨论，达成共识后再进入开发。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632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核心价值：全流程高执行力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4064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深度参与需求澄清、方案收口、实现推进、Debug修正及文档沉淀的全生命周期。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3683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3632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非技术友好：从模糊到清晰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4064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先把模糊目标谈清楚，快速产出可判断的产物，每一轮迭代都能有效推进进度。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58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CODEX · 让想法落地的智能伙伴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真实分工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542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我负责 (Human)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286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目标定义和问题选择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流程判断、边界取舍、优先级排序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统计口径、体验成立与否、最终验收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542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CODEX 负责 (AI)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286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结构化拆解和工程骨架落地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页面、服务端、数据库、日志等实现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定位问题、修复bug、整理文档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10160000" cy="1016000"/>
          </a:xfrm>
          <a:prstGeom prst="roundRect">
            <a:avLst>
              <a:gd name="adj" fmla="val 12500"/>
            </a:avLst>
          </a:prstGeom>
          <a:solidFill>
            <a:srgbClr val="1F2329">
              <a:alpha val="100000"/>
            </a:srgbClr>
          </a:solidFill>
          <a:ln cmpd="sng" cap="flat">
            <a:solidFill>
              <a:srgbClr val="0A0C1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397000" y="5130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4953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核心原则：判断权不外包，执行力被放大。人主导方向，AI放大执行。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开发是怎么被推进起来的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核心方法：把项目拆成阶段性闭环，而非“一把梭生成”。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5F5F5">
              <a:alpha val="50000"/>
            </a:srgbClr>
          </a:solidFill>
          <a:ln cmpd="sng" cap="flat">
            <a:solidFill>
              <a:srgbClr val="DCC6C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1971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59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 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2159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先把产品结构谈清楚（任务、批次、对话、类别、当前结果、步骤日志）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794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5F5F5">
              <a:alpha val="50000"/>
            </a:srgbClr>
          </a:solidFill>
          <a:ln cmpd="sng" cap="flat">
            <a:solidFill>
              <a:srgbClr val="DCC6C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29591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2921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 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67000" y="2921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先搭工作台底座（任务页、导入、类别表、数据库骨架）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556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5F5F5">
              <a:alpha val="50000"/>
            </a:srgbClr>
          </a:solidFill>
          <a:ln cmpd="sng" cap="flat">
            <a:solidFill>
              <a:srgbClr val="DCC6C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06500" y="37211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3683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 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667000" y="3683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按主链路逐步接通核心能力（提取、聚类、分类、处理其他、导出）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318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5F5F5">
              <a:alpha val="50000"/>
            </a:srgbClr>
          </a:solidFill>
          <a:ln cmpd="sng" cap="flat">
            <a:solidFill>
              <a:srgbClr val="DCC6C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06500" y="44831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4445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 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67000" y="4445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补日志和状态反馈（日志页、进度条、按钮状态、保存提示、操作互斥）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080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5F5F5">
              <a:alpha val="50000"/>
            </a:srgbClr>
          </a:solidFill>
          <a:ln cmpd="sng" cap="flat">
            <a:solidFill>
              <a:srgbClr val="DCC6C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06500" y="52451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651000" y="5207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 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667000" y="5207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再做口径和分享层收尾（统一计数口径、补配置入口、完善导出、沉淀文档）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关键决策 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841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778000"/>
            <a:ext cx="901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首版先做“分析工作台”，不做“黑盒自动化”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495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311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3048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如果一开始就做全自动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3556000"/>
            <a:ext cx="444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一旦Prompt、类别定义或策略不对，会很难排查，返工成本高。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921000"/>
            <a:ext cx="495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311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85000" y="3048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先做工作台的价值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556000"/>
            <a:ext cx="444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每一步都能看输入、输出、状态和日志，方便抽查、修改和重跑策略。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10160000" cy="1016000"/>
          </a:xfrm>
          <a:prstGeom prst="roundRect">
            <a:avLst>
              <a:gd name="adj" fmla="val 1250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70000" y="5207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05000" y="5080000"/>
            <a:ext cx="901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上传报错、统计不一致等问题，都依赖可检查的工作台结构才能快速定位。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关键决策 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决策核心：先把产品对象讲清楚，很多工程问题就消失了。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968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一套独立归因体系的容器。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667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批次：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一次上传的CSV和批次状态。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365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对话：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标准化后的原始会话记录。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794500" y="1968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类别表：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任务级长期资产，可持续迭代。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2730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94500" y="2667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当前结果：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展示、统计、导出的当前生效结果。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3429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94500" y="3365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步骤日志：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用于回溯、debug和重跑。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297" flipH="false" flipV="false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457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核心教训：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很多看起来像工程问题的问题，本质上是产品对象没有定义清楚。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3022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关键决策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把抽象需求，变成一条清晰的实现链路：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336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841500" y="2184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01. 导入数据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841500" y="2540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上传CSV、字段映射、校验、去重、生成批次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032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336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48500" y="2184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02. 提取不购买原因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048500" y="2540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要求LLM返回结构化JSON数据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175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3479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841500" y="3327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03. 原因聚类并生成建议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41500" y="3683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先生成建议，再人工确认入表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175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4798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3327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04. 按类别表批量分类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048500" y="3683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只允许命中一个类别，命不中进入“其他”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318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70000" y="46228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841500" y="4470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05. 处理其他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841500" y="4826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只对“其他”局部重算，不整批重跑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4318000"/>
            <a:ext cx="4953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46228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48500" y="44704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06. 汇总与导出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048500" y="4826000"/>
            <a:ext cx="393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直接从当前结果表联原始对话导出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4297" flipH="false" flipV="false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高光时刻 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从需求讨论，到快速搭出工作台底座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21526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476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工程初始化：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快速落下 Next.js、TypeScript、SQLite、Prisma 的本地单体结构。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87500" y="3365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页面骨架：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任务列表页、任务详情页、类别表、批次导入很快成形。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4254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正反馈：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从“抽象讨论”切换到“能点、能看、能判断”的状态。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207000"/>
            <a:ext cx="10160000" cy="1016000"/>
          </a:xfrm>
          <a:prstGeom prst="roundRect">
            <a:avLst>
              <a:gd name="adj" fmla="val 1250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70000" y="55372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5334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对零 coding 背景者来说，解决了“不知道从哪开始”的问题，缩短了从“想法”到“有壳可点”的距离。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高光时刻 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主链路按阶段被接通，产品核心能力逐步落地。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接通原因提取，实现基础数据输入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接通原因聚类，建立智能分类模型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接通批量分类，提升处理效率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接通处理其他，完善边界情况覆盖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补汇总、导出和日志页，闭环数据管理</a:t>
            </a:r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572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AI协作最强的地方是把过程压缩得足够快，每一轮都只有一个清晰目标，零经验的人也能跟得上推进节奏。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高光时刻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5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286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上传流程 runtime error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统计口径不一致、处理无反馈</a:t>
            </a:r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270009" y="3105150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330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251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典型修复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683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修改上传路由，统一计数口径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补充状态反馈和进度条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85000" y="185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核心价值：从“能跑”到“能用”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22860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AI协作真正有杠杆的，不只是“生成”，还有“持续修正”。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首版不可能全对，但只要修正速度足够高，MVP就能快速迭代成熟。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8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“首版不可能全对，但修正速度真的很高。”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翻车时刻 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1079500"/>
          </a:xfrm>
          <a:prstGeom prst="roundRect">
            <a:avLst>
              <a:gd name="adj" fmla="val 11764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14500" y="1803400"/>
            <a:ext cx="927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核心痛点：有逻辑 ≠ 有体验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222500"/>
            <a:ext cx="927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用户感知不到状态，功能就像不存在。这不是技术Bug，而是产品成立与否的根基问题。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10160000" cy="1524000"/>
          </a:xfrm>
          <a:prstGeom prst="roundRect">
            <a:avLst>
              <a:gd name="adj" fmla="val 8333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311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14500" y="3073400"/>
            <a:ext cx="927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14500" y="3492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“处理其他”执行成功但无页面反馈，用户以为按钮失效。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配置保存生效但无成功提示，导致用户重复操作。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接入LLM时无进度条，长时间等待显得像“系统卡住”。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635500"/>
            <a:ext cx="10160000" cy="1079500"/>
          </a:xfrm>
          <a:prstGeom prst="roundRect">
            <a:avLst>
              <a:gd name="adj" fmla="val 11764"/>
            </a:avLst>
          </a:prstGeom>
          <a:solidFill>
            <a:srgbClr val="F8F8F8">
              <a:alpha val="100000"/>
            </a:srgbClr>
          </a:solidFill>
          <a:ln cmpd="sng" cap="flat">
            <a:solidFill>
              <a:srgbClr val="DFC8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826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14500" y="4787900"/>
            <a:ext cx="927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反思与教训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14500" y="5207000"/>
            <a:ext cx="927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AI容易快速实现“后端逻辑”，但产品的可信度取决于是否补齐了完善的状态反馈机制。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969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60960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Design Lesson Learned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翻车时刻 2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5176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2095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核心翻车点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24765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复杂产品中，最易出错的往往不是大逻辑，而是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口径一致性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905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095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问题表象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0" y="24765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同一批次在不同步骤看到的“其他”数量不一致（</a:t>
            </a: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7个 vs 5个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556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3810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41275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一处用了任务级总计数，一处用了批次级计数，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统计口径混淆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556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经验教训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0" y="41275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AI可快速实现模块，但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口径校准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需人工持续把控，避免“局部对、整体错”。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8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“每块都对、整体不对” —— 这类问题尤其需要人来发现与校准。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如何进化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核心观点：真正有效的 prompt，不是更长，而是更像一份清晰的任务书。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540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489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阶段1：模糊愿望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984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“帮我做个归因聚类的小工具。”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特点：需求模糊，缺乏边界，AI难以精准响应。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22860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62500" y="2540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43500" y="2489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阶段2：结构化需求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2984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明确目标用户、输入输出、页面流程、任务边界和首版范围。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2860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540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636000" y="2489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阶段3：产品级说明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2984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明确对象、状态机、日志、导出字段、步骤职责、不可做项和分阶段交付。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699000"/>
            <a:ext cx="10160000" cy="762000"/>
          </a:xfrm>
          <a:prstGeom prst="roundRect">
            <a:avLst>
              <a:gd name="adj" fmla="val 16666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70000" y="4953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4902200"/>
            <a:ext cx="939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 PROMPT 共性：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目标清楚 · 边界清楚 · 格式清楚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哪些任务适合交给 CODEX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核心原则：AI 适合展开执行，人与人最难替代的是判断与决策。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4953000" cy="2159000"/>
          </a:xfrm>
          <a:prstGeom prst="roundRect">
            <a:avLst>
              <a:gd name="adj" fmla="val 5882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349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01800" y="2311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更适合交给 Codex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794000"/>
            <a:ext cx="444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工程骨架搭建与数据模型落地实现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页面、接口、数据库等结构化代码编写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Bug 定位修复、文档整理与内容重组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159000"/>
            <a:ext cx="4953000" cy="2159000"/>
          </a:xfrm>
          <a:prstGeom prst="roundRect">
            <a:avLst>
              <a:gd name="adj" fmla="val 5882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34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08800" y="2311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必须由人主导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794000"/>
            <a:ext cx="444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产品方向决策：做不做、首版做什么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逻辑校验：流程合理性与统计口径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体验把控：验收标准与迭代时机判断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99000"/>
            <a:ext cx="10160000" cy="1016000"/>
          </a:xfrm>
          <a:prstGeom prst="roundRect">
            <a:avLst>
              <a:gd name="adj" fmla="val 12500"/>
            </a:avLst>
          </a:prstGeom>
          <a:solidFill>
            <a:srgbClr val="212121">
              <a:alpha val="100000"/>
            </a:srgbClr>
          </a:solidFill>
          <a:ln cmpd="sng" cap="flat">
            <a:solidFill>
              <a:srgbClr val="08070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889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不要把 Codex 当代码外包，要把它当一个高执行力的协作者，聚焦于释放人的创造力。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762000"/>
            <a:ext cx="201168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最终结果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4541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778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1930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最初设想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2349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一个自动化很强的归因聚类工具，偏“上传后跑完整流程”的黑盒模式。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68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858000" y="1930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最终产品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349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一个分步骤、可回溯的本地分析工作台，强调过程的可控性与透明度。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429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3619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3581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功能落地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70000" y="4000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任务管理、CSV导入、类别表、提取、聚类、分类、日志追踪及导出功能全线打通。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429000"/>
            <a:ext cx="4953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619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3581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决策合理性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000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首版优先保证稳定、可检查、可追踪，避免黑盒风险。自动化可在稳定基础上后续演进。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20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“最终的成品，往往是被真实问题一步步塑造出来的。”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方法论沉淀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核心：一套可复用的 SOP，从痛点出发，结构化问题。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8F8F8">
              <a:alpha val="60000"/>
            </a:srgbClr>
          </a:solidFill>
          <a:ln cmpd="sng" cap="flat">
            <a:solidFill>
              <a:srgbClr val="DFC8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1971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59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01. 选流程：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先选一个你自己真的反复在做的流程。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8F8F8">
              <a:alpha val="60000"/>
            </a:srgbClr>
          </a:solidFill>
          <a:ln cmpd="sng" cap="flat">
            <a:solidFill>
              <a:srgbClr val="DFC8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29591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2921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定边界：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不必充分准备好再开始，推进中尽快讲清流程与对象。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56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8F8F8">
              <a:alpha val="60000"/>
            </a:srgbClr>
          </a:solidFill>
          <a:ln cmpd="sng" cap="flat">
            <a:solidFill>
              <a:srgbClr val="DFC8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37211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3683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03. 建工具：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先做可检查的工作台，不做黑盒自动化。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318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8F8F8">
              <a:alpha val="60000"/>
            </a:srgbClr>
          </a:solidFill>
          <a:ln cmpd="sng" cap="flat">
            <a:solidFill>
              <a:srgbClr val="DFC8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70000" y="44831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778000" y="4445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04. 分阶段：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按阶段闭环，不追求一次性生成。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080000"/>
            <a:ext cx="10160000" cy="635000"/>
          </a:xfrm>
          <a:prstGeom prst="roundRect">
            <a:avLst>
              <a:gd name="adj" fmla="val 20000"/>
            </a:avLst>
          </a:prstGeom>
          <a:solidFill>
            <a:srgbClr val="F8F8F8">
              <a:alpha val="60000"/>
            </a:srgbClr>
          </a:solidFill>
          <a:ln cmpd="sng" cap="flat">
            <a:solidFill>
              <a:srgbClr val="DFC8C8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70000" y="52451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5207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05. 持续检：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持续检查状态、口径、反馈和交互。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96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先结构化问题，再让 AI 加速执行。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不必充分准备好再开始。先开始，边做边收口。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你有没有把结构和流程想清楚，仍然最重要。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当前AI coding已经把coding门槛拉得很低。不用先成为工程师，先成为一个会定义问题、会收口的人。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254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635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这次分享的不是“我做出了一个产品”，而是“我如何用Codex，把一个应用从想法快速推进到可用状态”。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324100" y="2540000"/>
            <a:ext cx="7543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381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APPLE INNOVATION PRESENTATION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